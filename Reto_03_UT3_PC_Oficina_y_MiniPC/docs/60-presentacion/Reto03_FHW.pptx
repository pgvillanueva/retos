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9f25144a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9f25144a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9f25144a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9f25144a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9f25144a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9f25144a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9f25144a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9f25144a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9f25144a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9f25144a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9f25144a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9f25144a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9f25144a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9f25144a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9f25144a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9f25144a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875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20186"/>
            <a:ext cx="9144001" cy="5103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363"/>
            <a:ext cx="9144001" cy="509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82"/>
            <a:ext cx="9144000" cy="510713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382625" y="1927900"/>
            <a:ext cx="4267800" cy="40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82"/>
            <a:ext cx="9144000" cy="5107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24" y="0"/>
            <a:ext cx="89677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/>
          <p:nvPr/>
        </p:nvSpPr>
        <p:spPr>
          <a:xfrm>
            <a:off x="7262700" y="1559975"/>
            <a:ext cx="1022700" cy="234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 title="fra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5788" y="1477638"/>
            <a:ext cx="376525" cy="3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 title="frame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5800" y="1895863"/>
            <a:ext cx="376500" cy="3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 title="frame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5800" y="2314075"/>
            <a:ext cx="376500" cy="3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 title="frame (3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85800" y="2732275"/>
            <a:ext cx="376500" cy="3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 title="frame (4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85800" y="3108775"/>
            <a:ext cx="376500" cy="3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 title="frame (5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85800" y="3523475"/>
            <a:ext cx="376500" cy="3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3826350" y="1030175"/>
            <a:ext cx="1221600" cy="6624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0" title="frame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5670" y="1071900"/>
            <a:ext cx="572686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